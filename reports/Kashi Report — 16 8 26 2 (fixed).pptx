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1510830417467728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1375423608027691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1068262282361719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reel/DcGwgrfRDl-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reel/DcGxhaDBtCr/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100070154647760/posts/pfbid0fRhvBQmn8UHAuWk84rqGhLW9oj8Q7Pef4EJkCVj8vYeDH4CsLTUbMxeoXqxF1dgXl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61591780515667/posts/pfbid02qhmr4MDXjkmQRFZdUpomFivw2kvz9dTTohLkBZkTA1WUgXLvCJ2wuLvpVgFGtUvUl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2908371116184290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p/DcGO4BumKxk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reel/DcGwZBbmAr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61559555815073/posts/pfbid09ucuPRS3vDoHSJa7XR2UgYJFqfzMKSvTrmKGcBnUTC3jFcow6j7ry9LQnqzdBdZ5l/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2240510683376966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reel/1521745819754788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p/DcGW2VumOXz/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reel/DcGxc5rjJVA/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p/DcGWyiZmKp1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jpg"/><Relationship Id="rId4" Type="http://schemas.openxmlformats.org/officeDocument/2006/relationships/image" Target="../media/image9.png"/><Relationship Id="rId5" Type="http://schemas.openxmlformats.org/officeDocument/2006/relationships/hyperlink" Target="https://www.instagram.com/reel/DcG0vctjEHZ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jpg"/><Relationship Id="rId4" Type="http://schemas.openxmlformats.org/officeDocument/2006/relationships/image" Target="../media/image5.png"/><Relationship Id="rId5" Type="http://schemas.openxmlformats.org/officeDocument/2006/relationships/hyperlink" Target="https://www.facebook.com/61592268034499/posts/pfbid0UoS71koZLbSE2ZeDCFFLD9RifT8h9oBFT5Zyspbh7tGAhAevC1Wi4EGo4HSsw7QBl/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hyperlink" Target="https://x.com/befittingfacts/status/2088899217251324361?s=46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jpg"/><Relationship Id="rId4" Type="http://schemas.openxmlformats.org/officeDocument/2006/relationships/image" Target="../media/image25.png"/><Relationship Id="rId5" Type="http://schemas.openxmlformats.org/officeDocument/2006/relationships/hyperlink" Target="https://x.com/total_woke_/status/2088902000599847031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7.jpg"/><Relationship Id="rId4" Type="http://schemas.openxmlformats.org/officeDocument/2006/relationships/image" Target="../media/image25.png"/><Relationship Id="rId5" Type="http://schemas.openxmlformats.org/officeDocument/2006/relationships/hyperlink" Target="https://x.com/indian_analyzer/status/2088895627308736600?s=46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8.jpg"/><Relationship Id="rId4" Type="http://schemas.openxmlformats.org/officeDocument/2006/relationships/image" Target="../media/image25.png"/><Relationship Id="rId5" Type="http://schemas.openxmlformats.org/officeDocument/2006/relationships/hyperlink" Target="https://x.com/NewsAlgebraIND/status/2088893038299173072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9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3913025192230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0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73273937293511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73722623209649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2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4081435103593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3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4245260394774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4369088844043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5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4494636954019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6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4647061913948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7.jpg"/><Relationship Id="rId4" Type="http://schemas.openxmlformats.org/officeDocument/2006/relationships/image" Target="../media/image25.png"/><Relationship Id="rId5" Type="http://schemas.openxmlformats.org/officeDocument/2006/relationships/hyperlink" Target="https://x.com/chetan19894/status/2088896576681050328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8.jpg"/><Relationship Id="rId4" Type="http://schemas.openxmlformats.org/officeDocument/2006/relationships/image" Target="../media/image25.png"/><Relationship Id="rId5" Type="http://schemas.openxmlformats.org/officeDocument/2006/relationships/hyperlink" Target="https://x.com/iSupportNamo/status/2088896932907540894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9.jpg"/><Relationship Id="rId4" Type="http://schemas.openxmlformats.org/officeDocument/2006/relationships/image" Target="../media/image25.png"/><Relationship Id="rId5" Type="http://schemas.openxmlformats.org/officeDocument/2006/relationships/hyperlink" Target="https://x.com/INishantMunde/status/2088897164634464301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0.jpg"/><Relationship Id="rId4" Type="http://schemas.openxmlformats.org/officeDocument/2006/relationships/image" Target="../media/image25.png"/><Relationship Id="rId5" Type="http://schemas.openxmlformats.org/officeDocument/2006/relationships/hyperlink" Target="https://x.com/AkankshaSuryava/status/2088897397342749129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1.jpg"/><Relationship Id="rId4" Type="http://schemas.openxmlformats.org/officeDocument/2006/relationships/image" Target="../media/image25.png"/><Relationship Id="rId5" Type="http://schemas.openxmlformats.org/officeDocument/2006/relationships/hyperlink" Target="https://x.com/RajeshGupta5766/status/2088897579811787073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2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7750939414693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3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8138774048802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4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8735543922920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5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9068973969823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6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899306644472003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7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2781182530023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8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2936761860387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9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3080924279093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0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3273421783514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1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3417441378666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2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23563168547083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3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32652426662388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4.jpg"/><Relationship Id="rId4" Type="http://schemas.openxmlformats.org/officeDocument/2006/relationships/image" Target="../media/image25.png"/><Relationship Id="rId5" Type="http://schemas.openxmlformats.org/officeDocument/2006/relationships/hyperlink" Target="https://x.com/i/status/2088932844546740735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1582" y="3437610"/>
            <a:ext cx="6827502" cy="1143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Kashi Report —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4515" y="4827244"/>
            <a:ext cx="5120627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800" b="1">
                <a:solidFill>
                  <a:srgbClr val="046F03"/>
                </a:solidFill>
                <a:latin typeface="Arial"/>
              </a:rPr>
              <a:t>20-08-2026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  <a:ea typeface="Arial"/>
                <a:cs typeface="Arial"/>
              </a:rPr>
              <a:t>20-08-2026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7889" y="3164967"/>
          <a:ext cx="7504156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52577"/>
                <a:gridCol w="285157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12" b="1">
                          <a:solidFill>
                            <a:srgbClr val="7A3E12"/>
                          </a:solidFill>
                          <a:latin typeface="Arial"/>
                        </a:rPr>
                        <a:t>3 Party Pages Posting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12" b="0">
                          <a:solidFill>
                            <a:srgbClr val="111111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12" b="1">
                          <a:solidFill>
                            <a:srgbClr val="7A3E12"/>
                          </a:solidFill>
                          <a:latin typeface="Arial"/>
                        </a:rPr>
                        <a:t>Hyper Local Pages Posting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12" b="0">
                          <a:solidFill>
                            <a:srgbClr val="111111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12" b="1">
                          <a:solidFill>
                            <a:srgbClr val="7A3E12"/>
                          </a:solidFill>
                          <a:latin typeface="Arial"/>
                        </a:rPr>
                        <a:t>National X Influencers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12" b="0">
                          <a:solidFill>
                            <a:srgbClr val="111111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12" b="1">
                          <a:solidFill>
                            <a:srgbClr val="7A3E12"/>
                          </a:solidFill>
                          <a:latin typeface="Arial"/>
                        </a:rPr>
                        <a:t>Counter Comments Links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12" b="0">
                          <a:solidFill>
                            <a:srgbClr val="111111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512" b="1">
                          <a:solidFill>
                            <a:srgbClr val="7A3E12"/>
                          </a:solidFill>
                          <a:latin typeface="Arial"/>
                        </a:rPr>
                        <a:t>Total Items Tracked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12" b="1">
                          <a:solidFill>
                            <a:srgbClr val="111111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101600" marR="101600" marT="0" marB="0">
                    <a:lnL w="7620" cap="flat" cmpd="sng" algn="ctr">
                      <a:solidFill>
                        <a:srgbClr val="8B5E34"/>
                      </a:solidFill>
                      <a:prstDash val="solid"/>
                    </a:lnL>
                    <a:lnR w="7620" cap="flat" cmpd="sng" algn="ctr">
                      <a:solidFill>
                        <a:srgbClr val="8B5E34"/>
                      </a:solidFill>
                      <a:prstDash val="solid"/>
                    </a:lnR>
                    <a:lnT w="7620" cap="flat" cmpd="sng" algn="ctr">
                      <a:solidFill>
                        <a:srgbClr val="8B5E34"/>
                      </a:solidFill>
                      <a:prstDash val="solid"/>
                    </a:lnT>
                    <a:lnB w="7620" cap="flat" cmpd="sng" algn="ctr">
                      <a:solidFill>
                        <a:srgbClr val="8B5E34"/>
                      </a:solidFill>
                      <a:prstDash val="solid"/>
                    </a:lnB>
                    <a:solidFill>
                      <a:srgbClr val="FBEF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720333"/>
            <a:ext cx="3067499" cy="3580347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The Chaupal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5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08790"/>
            <a:ext cx="3067499" cy="4203432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Namo Supporter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5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31556"/>
            <a:ext cx="3067499" cy="4157899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</a:rPr>
              <a:t>देशभक्त भारतीय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5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44901"/>
            <a:ext cx="3067499" cy="2731210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@isupportnamo.official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5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44901"/>
            <a:ext cx="3067499" cy="2731210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@thechaupalcom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5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5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665624"/>
            <a:ext cx="3067499" cy="3689763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Banaras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665624"/>
            <a:ext cx="3067499" cy="3689763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</a:rPr>
              <a:t>काशी के मोदी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08790"/>
            <a:ext cx="3067499" cy="4203432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</a:rPr>
              <a:t>काशी के मोदी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611863"/>
            <a:ext cx="3067499" cy="1797286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@kashikewasi3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44901"/>
            <a:ext cx="3067499" cy="2731210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@kashikemodi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779560"/>
            <a:ext cx="3067499" cy="3461892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Kashi Ke Wasi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08790"/>
            <a:ext cx="3067499" cy="4203432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Kashi Ke Wasi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31556"/>
            <a:ext cx="3067499" cy="4157899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Kashi Ke Wasi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526746"/>
            <a:ext cx="3067499" cy="1967521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@kashikemodi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44901"/>
            <a:ext cx="3067499" cy="2731210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@kashikewasi3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526746"/>
            <a:ext cx="3067499" cy="1967521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@banarasreporter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44901"/>
            <a:ext cx="3067499" cy="2731210"/>
          </a:xfrm>
          <a:prstGeom prst="rect">
            <a:avLst/>
          </a:prstGeom>
        </p:spPr>
      </p:pic>
      <p:pic>
        <p:nvPicPr>
          <p:cNvPr id="4" name="Picture 3" descr="inst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@kashikewasi3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665624"/>
            <a:ext cx="3067499" cy="3689763"/>
          </a:xfrm>
          <a:prstGeom prst="rect">
            <a:avLst/>
          </a:prstGeom>
        </p:spPr>
      </p:pic>
      <p:pic>
        <p:nvPicPr>
          <p:cNvPr id="4" name="Picture 3" descr="face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Banaras Reporter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13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13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568953"/>
            <a:ext cx="3067499" cy="3883105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@BefittingFacts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4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4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874164"/>
            <a:ext cx="3067499" cy="3272683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@total_woke_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4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4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58667"/>
            <a:ext cx="3067499" cy="4103678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@Indian_Analyzer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4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4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571518"/>
            <a:ext cx="3067499" cy="3877975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@NewsAlgebraIND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4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4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04996"/>
            <a:ext cx="3067499" cy="281101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@aditya_tiwar_04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58667"/>
            <a:ext cx="3067499" cy="4103678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@mrorry037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458667"/>
            <a:ext cx="3067499" cy="4103678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@PoonammJi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66551"/>
            <a:ext cx="3067499" cy="268790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@SumitPandeyJiii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04996"/>
            <a:ext cx="3067499" cy="281101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@TheReal_Tanmay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04996"/>
            <a:ext cx="3067499" cy="281101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@DRSurendraShrma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3104996"/>
            <a:ext cx="3067499" cy="281101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@AdityaPatil3613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634" y="2197303"/>
            <a:ext cx="2241970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@spshaurya68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634" y="2197303"/>
            <a:ext cx="2241970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@chetan19894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938" y="2197303"/>
            <a:ext cx="2797362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@iSupportNamo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938" y="2197303"/>
            <a:ext cx="2797362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@INishantMunde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938" y="2197303"/>
            <a:ext cx="2797362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@AkankshaSuryava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152" y="2197303"/>
            <a:ext cx="2866933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@RajeshGupta5766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228" y="2197303"/>
            <a:ext cx="2044782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@Bhavishya8844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8765" y="2197303"/>
            <a:ext cx="2081709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@Santosh53568838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94" y="2197303"/>
            <a:ext cx="1755451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@mrorry037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321" y="2197303"/>
            <a:ext cx="1782597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@PoonammJi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94" y="2197303"/>
            <a:ext cx="1755451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@UrmilDubeyJi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209881"/>
            <a:ext cx="3067499" cy="460124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@aditya_tiwar_04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870" y="2209881"/>
            <a:ext cx="3067499" cy="4601249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@SumitPandeyJiii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670" y="2197303"/>
            <a:ext cx="3003899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@TheReal_Tanmay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900" y="2197303"/>
            <a:ext cx="2501438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@DRSurendraShrma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900" y="2197303"/>
            <a:ext cx="2501438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@AdityaPatil3613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464" y="2197303"/>
            <a:ext cx="2448310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@spshaurya68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464" y="2197303"/>
            <a:ext cx="2448310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@PoonammJi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3" name="Picture 2" descr="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464" y="2197303"/>
            <a:ext cx="2448310" cy="4626406"/>
          </a:xfrm>
          <a:prstGeom prst="rect">
            <a:avLst/>
          </a:prstGeom>
        </p:spPr>
      </p:pic>
      <p:pic>
        <p:nvPicPr>
          <p:cNvPr id="4" name="Picture 3" descr="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8162" y="1054074"/>
            <a:ext cx="1161745" cy="11617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6511" y="1961895"/>
            <a:ext cx="4389109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FC4F06"/>
                </a:solidFill>
                <a:latin typeface="Arial"/>
                <a:ea typeface="Arial"/>
                <a:cs typeface="Arial"/>
              </a:rPr>
              <a:t>@mrorry037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0260" y="2660129"/>
            <a:ext cx="3413751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F15323"/>
                </a:solidFill>
                <a:latin typeface="Arial"/>
              </a:rPr>
              <a:t>20-08-2026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14" y="4724742"/>
            <a:ext cx="17068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26 Posts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6973" y="1251496"/>
            <a:ext cx="1706875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231F20"/>
                </a:solidFill>
                <a:latin typeface="Arial"/>
              </a:rPr>
              <a:t>Top 26 Posts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6973" y="1372870"/>
            <a:ext cx="1950715" cy="723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31F20"/>
                </a:solidFill>
                <a:latin typeface="Arial"/>
              </a:rPr>
              <a:t>Post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1848" y="4711217"/>
            <a:ext cx="1097277" cy="3429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294F5"/>
                </a:solidFill>
                <a:latin typeface="Arial"/>
                <a:hlinkClick r:id="rId5"/>
              </a:rPr>
              <a:t>LINK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